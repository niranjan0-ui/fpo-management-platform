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Times New Roman Bold" charset="1" panose="02020803070505020304"/>
      <p:regular r:id="rId15"/>
    </p:embeddedFont>
    <p:embeddedFont>
      <p:font typeface="Arimo Bold" charset="1" panose="020B0704020202020204"/>
      <p:regular r:id="rId16"/>
    </p:embeddedFont>
    <p:embeddedFont>
      <p:font typeface="Calibri (MS)" charset="1" panose="020F050202020403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https://skh.sanjivaniuniversity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93759" y="-652077"/>
            <a:ext cx="12596320" cy="3070298"/>
            <a:chOff x="0" y="0"/>
            <a:chExt cx="16834532" cy="4103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34532" cy="4103344"/>
            </a:xfrm>
            <a:custGeom>
              <a:avLst/>
              <a:gdLst/>
              <a:ahLst/>
              <a:cxnLst/>
              <a:rect r="r" b="b" t="t" l="l"/>
              <a:pathLst>
                <a:path h="4103344" w="16834532">
                  <a:moveTo>
                    <a:pt x="0" y="0"/>
                  </a:moveTo>
                  <a:lnTo>
                    <a:pt x="16834532" y="0"/>
                  </a:lnTo>
                  <a:lnTo>
                    <a:pt x="16834532" y="4103344"/>
                  </a:lnTo>
                  <a:lnTo>
                    <a:pt x="0" y="4103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817" r="-23118" b="-49024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834532" cy="4103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599"/>
                </a:lnSpc>
              </a:pPr>
              <a:r>
                <a:t>SMART KOPARGOAN HACKATHON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8369" y="2389646"/>
            <a:ext cx="7680960" cy="617328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12"/>
              </a:lnSpc>
              <a:spcAft>
                <a:spcPts val="500"/>
              </a:spcAft>
              <a:defRPr sz="1700">
                <a:solidFill>
                  <a:srgbClr val="232D28"/>
                </a:solidFill>
                <a:latin typeface="Aptos"/>
              </a:defRPr>
            </a:pPr>
            <a:r>
              <a:t>Problem Statement ID – Not specified</a:t>
            </a:r>
          </a:p>
          <a:p>
            <a:pPr>
              <a:spcAft>
                <a:spcPts val="500"/>
              </a:spcAft>
              <a:defRPr sz="1700">
                <a:solidFill>
                  <a:srgbClr val="232D28"/>
                </a:solidFill>
                <a:latin typeface="Aptos"/>
              </a:defRPr>
            </a:pPr>
            <a:r>
              <a:t>Problem Statement Title – Digital Farmer Producer Organization (FPO) Management Platform</a:t>
            </a:r>
          </a:p>
          <a:p>
            <a:pPr>
              <a:spcAft>
                <a:spcPts val="500"/>
              </a:spcAft>
              <a:defRPr sz="1700">
                <a:solidFill>
                  <a:srgbClr val="232D28"/>
                </a:solidFill>
                <a:latin typeface="Aptos"/>
              </a:defRPr>
            </a:pPr>
            <a:r>
              <a:t>Theme – Agriculture</a:t>
            </a:r>
          </a:p>
          <a:p>
            <a:pPr>
              <a:spcAft>
                <a:spcPts val="500"/>
              </a:spcAft>
              <a:defRPr sz="1700">
                <a:solidFill>
                  <a:srgbClr val="232D28"/>
                </a:solidFill>
                <a:latin typeface="Aptos"/>
              </a:defRPr>
            </a:pPr>
            <a:r>
              <a:t>PS Category – Software</a:t>
            </a:r>
          </a:p>
          <a:p>
            <a:pPr>
              <a:spcAft>
                <a:spcPts val="500"/>
              </a:spcAft>
              <a:defRPr sz="1700">
                <a:solidFill>
                  <a:srgbClr val="232D28"/>
                </a:solidFill>
                <a:latin typeface="Aptos"/>
              </a:defRPr>
            </a:pPr>
            <a:r>
              <a:t>Team ID – ZZC4L9 Not specified</a:t>
            </a:r>
          </a:p>
          <a:p>
            <a:pPr>
              <a:spcAft>
                <a:spcPts val="500"/>
              </a:spcAft>
              <a:defRPr sz="1700">
                <a:solidFill>
                  <a:srgbClr val="232D28"/>
                </a:solidFill>
                <a:latin typeface="Aptos"/>
              </a:defRPr>
            </a:pPr>
            <a:r>
              <a:t>Team Name – MET26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7" id="7">
              <a:hlinkClick r:id="rId3" tooltip="https://skh.sanjivaniuniversity.com"/>
            </p:cNvPr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49575" y="385961"/>
            <a:ext cx="5188849" cy="1901168"/>
            <a:chOff x="0" y="0"/>
            <a:chExt cx="6918465" cy="2534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8465" cy="2534890"/>
            </a:xfrm>
            <a:custGeom>
              <a:avLst/>
              <a:gdLst/>
              <a:ahLst/>
              <a:cxnLst/>
              <a:rect r="r" b="b" t="t" l="l"/>
              <a:pathLst>
                <a:path h="2534890" w="6918465">
                  <a:moveTo>
                    <a:pt x="0" y="0"/>
                  </a:moveTo>
                  <a:lnTo>
                    <a:pt x="6918465" y="0"/>
                  </a:lnTo>
                  <a:lnTo>
                    <a:pt x="6918465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464" r="0" b="-86464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918465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TITLE PAGE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588369" y="16562"/>
            <a:ext cx="2100730" cy="2100730"/>
          </a:xfrm>
          <a:custGeom>
            <a:avLst/>
            <a:gdLst/>
            <a:ahLst/>
            <a:cxnLst/>
            <a:rect r="r" b="b" t="t" l="l"/>
            <a:pathLst>
              <a:path h="2100730" w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t>IDEA TITLE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t>MET26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915" y="3646884"/>
            <a:ext cx="18105120" cy="39338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868680" indent="-434340" lvl="1">
              <a:lnSpc>
                <a:spcPts val="5759"/>
              </a:lnSpc>
              <a:spcAft>
                <a:spcPts val="500"/>
              </a:spcAft>
              <a:buFont typeface="Arial"/>
              <a:buChar char="•"/>
              <a:defRPr sz="1500">
                <a:solidFill>
                  <a:srgbClr val="232D28"/>
                </a:solidFill>
                <a:latin typeface="Aptos"/>
              </a:defRPr>
            </a:pPr>
            <a:r>
              <a:t>Digital Farmer Producer Organization (FPO) Management Platform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Centralized digital platform for farmer registration, procurement, inventory, marketplace, logistics and payments.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Connects farmers, FPO administrators and buyers through one system.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AI-assisted price trends and demand forecasting support better selling and stocking decisions.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Transparent digital records reduce manual work and improve traceability.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Innovation: end-to-end FPO workflow + AI market intelligence + role-based dashboards.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62366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t>MET26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  <p:txBody>
            <a:bodyPr/>
            <a:p/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5840" y="3827145"/>
            <a:ext cx="13895070" cy="265143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 marL="760095" indent="-380048" lvl="1">
              <a:lnSpc>
                <a:spcPts val="5040"/>
              </a:lnSpc>
              <a:spcAft>
                <a:spcPts val="500"/>
              </a:spcAft>
              <a:buFont typeface="Arial"/>
              <a:buChar char="•"/>
              <a:defRPr sz="1400">
                <a:solidFill>
                  <a:srgbClr val="232D28"/>
                </a:solidFill>
                <a:latin typeface="Aptos"/>
              </a:defRPr>
            </a:pPr>
            <a:r>
              <a:t>Technologies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t>• Frontend: React / HTML-CSS-JS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t>• Backend: Python (Flask/FastAPI) or Node.js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t>• Database: MySQL / PostgreSQL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t>• AI/ML: Python, Pandas, Scikit-learn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t>• APIs: Market-price / weather data (where available)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t>Methodology</a:t>
            </a:r>
          </a:p>
          <a:p>
            <a:pPr>
              <a:spcAft>
                <a:spcPts val="500"/>
              </a:spcAft>
              <a:defRPr sz="1400">
                <a:solidFill>
                  <a:srgbClr val="232D28"/>
                </a:solidFill>
                <a:latin typeface="Aptos"/>
              </a:defRPr>
            </a:pPr>
            <a:r>
              <a:t>Farmer → Procurement → Inventory → AI Price/Demand Analysis → Buyer Order → Logistics → Payment → Dashboard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404151"/>
            <a:ext cx="16459200" cy="1714500"/>
            <a:chOff x="0" y="0"/>
            <a:chExt cx="219456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t>MET26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2975" y="404151"/>
            <a:ext cx="16459200" cy="1714500"/>
            <a:chOff x="0" y="0"/>
            <a:chExt cx="219456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 marL="760095" indent="-380048" lvl="1">
              <a:lnSpc>
                <a:spcPts val="5040"/>
              </a:lnSpc>
              <a:spcAft>
                <a:spcPts val="500"/>
              </a:spcAft>
              <a:buFont typeface="Arial"/>
              <a:buChar char="•"/>
              <a:defRPr sz="1300">
                <a:solidFill>
                  <a:srgbClr val="232D28"/>
                </a:solidFill>
                <a:latin typeface="Aptos"/>
              </a:defRPr>
            </a:pPr>
            <a:r>
              <a:t>Feasibility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Software-first solution; can be developed as a web/mobile prototype.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Modular architecture allows gradual implementation.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Uses commonly available open-source development tools.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Challenges &amp; Risks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Data availability and data quality for AI predictions.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Farmer digital literacy and language barriers.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Internet/connectivity limitations.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Data privacy and transaction security.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Mitigation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Start with pilot FPO data; validate models continuously.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Multilingual, simple UI and guided workflows.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• Offline-friendly data capture and secure authentication.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t>MET26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" y="514209"/>
            <a:ext cx="16459200" cy="1714500"/>
            <a:chOff x="0" y="0"/>
            <a:chExt cx="219456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 marL="760095" indent="-380048" lvl="1">
              <a:lnSpc>
                <a:spcPts val="5040"/>
              </a:lnSpc>
              <a:spcAft>
                <a:spcPts val="500"/>
              </a:spcAft>
              <a:buFont typeface="Arial"/>
              <a:buChar char="•"/>
              <a:defRPr sz="1500">
                <a:solidFill>
                  <a:srgbClr val="232D28"/>
                </a:solidFill>
                <a:latin typeface="Aptos"/>
              </a:defRPr>
            </a:pPr>
            <a:r>
              <a:t>Target Audience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Farmer members • FPO administrators • Buyers • Logistics partners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Impact &amp; Benefits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Faster and more efficient FPO operations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Better inventory visibility and reduced wastage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Improved market access and buyer connectivity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Transparent procurement, orders and payments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Data-driven market decisions for farmers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Potential improvement in farmer income and FPO efficiency</a:t>
            </a:r>
          </a:p>
          <a:p>
            <a:pPr>
              <a:spcAft>
                <a:spcPts val="500"/>
              </a:spcAft>
              <a:defRPr sz="1500">
                <a:solidFill>
                  <a:srgbClr val="232D28"/>
                </a:solidFill>
                <a:latin typeface="Aptos"/>
              </a:defRPr>
            </a:pPr>
            <a:r>
              <a:t>• Scalable across crops, FPOs and regions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t>MET26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5840" y="3827145"/>
            <a:ext cx="13895070" cy="6572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 marL="760095" indent="-380048" lvl="1">
              <a:lnSpc>
                <a:spcPts val="5040"/>
              </a:lnSpc>
              <a:spcAft>
                <a:spcPts val="500"/>
              </a:spcAft>
              <a:buFont typeface="Arial"/>
              <a:buChar char="•"/>
              <a:defRPr sz="1300">
                <a:solidFill>
                  <a:srgbClr val="232D28"/>
                </a:solidFill>
                <a:latin typeface="Aptos"/>
              </a:defRPr>
            </a:pPr>
            <a:r>
              <a:t>1. Smart Kopargaon Hackathon 2026 – Official Problem Statement / Presentation Template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2. Department of Agriculture &amp; Farmers Welfare, Government of India – Farmer Producer Organizations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   https://agriwelfare.gov.in/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3. e-NAM – National Agriculture Market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   https://www.enam.gov.in/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4. Small Farmers’ Agribusiness Consortium (SFAC)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   https://sfacindia.com/</a:t>
            </a:r>
          </a:p>
          <a:p>
            <a:pPr>
              <a:spcAft>
                <a:spcPts val="500"/>
              </a:spcAft>
              <a:defRPr sz="1300">
                <a:solidFill>
                  <a:srgbClr val="232D28"/>
                </a:solidFill>
                <a:latin typeface="Aptos"/>
              </a:defRPr>
            </a:pPr>
            <a:r>
              <a:t>5. Research areas: FPO management, agricultural market access, inventory and demand forecasting.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14209"/>
            <a:ext cx="16459200" cy="1714500"/>
            <a:chOff x="0" y="0"/>
            <a:chExt cx="219456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DAHOT8uMH7M</dc:identifier>
  <dcterms:modified xsi:type="dcterms:W3CDTF">2011-08-01T06:04:30Z</dcterms:modified>
  <cp:revision>1</cp:revision>
  <dc:title>Blue Futuristic Minimalist Project Presentation</dc:title>
</cp:coreProperties>
</file>